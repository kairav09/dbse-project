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0"/>
            <a:ext cx="4507992" cy="6858000"/>
          </a:xfrm>
          <a:prstGeom prst="rect">
            <a:avLst/>
          </a:prstGeom>
          <a:solidFill>
            <a:srgbClr val="9B1B30"/>
          </a:solidFill>
          <a:ln w="12700">
            <a:solidFill>
              <a:srgbClr val="9B1B30"/>
            </a:solidFill>
            <a:prstDash val="solid"/>
          </a:ln>
        </p:spPr>
      </p:sp>
      <p:pic>
        <p:nvPicPr>
          <p:cNvPr id="3" name="Image 0" descr="/home/claude/logo_big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2103120" cy="8641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783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9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9456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Blood Management System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3832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RaktaSetu: a role-based platform connecting donors, hospitals and blood banks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Spandana. 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Dept. of Computer Science and Engineering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3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|  GROUP 6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1920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Pakalapati Harini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3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2520030177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29718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Pakkiru Sai Harshith Reddy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3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2520030375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40233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Kairav Vashi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3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2520030582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6126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KONERU LAKSHMAIAH EDUCATION FOUNDATION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Details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number: 6</a:t>
            </a:r>
            <a:endParaRPr lang="en-US" sz="1500" dirty="0"/>
          </a:p>
        </p:txBody>
      </p:sp>
      <p:pic>
        <p:nvPicPr>
          <p:cNvPr id="4" name="Image 0" descr="/home/claude/logo_big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365760"/>
            <a:ext cx="1280160" cy="5257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RaktaSetu  |  Blood Management System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206240"/>
                <a:gridCol w="2286000"/>
                <a:gridCol w="36576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of Candidate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Number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3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Pakalapati Harini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2520030177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Development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Pakkiru Sai Harshith Reddy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2520030375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Development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Kairav Vashi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2520030582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&amp; Integration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200" dirty="0"/>
          </a:p>
        </p:txBody>
      </p:sp>
      <p:pic>
        <p:nvPicPr>
          <p:cNvPr id="3" name="Image 0" descr="/home/claude/logo_big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365760"/>
            <a:ext cx="1280160" cy="5257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RaktaSetu  |  Blood Management System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RaktaSetu is a web-based blood management system that brings donors, hospitals and administrators onto one platform. Donor records, blood-group-wise stock, expiry dates, hospital requests and alerts live in a single MySQL database and are served through a secured REST API.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56616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goes beyond record keeping: it dispatches the oldest-expiring stock first, matches donors to requests by distance, raises alerts automatically for critical needs and forecasts demand to flag shortages early.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863840" y="1371600"/>
            <a:ext cx="3749040" cy="1280160"/>
          </a:xfrm>
          <a:prstGeom prst="roundRect">
            <a:avLst>
              <a:gd name="adj" fmla="val 5714"/>
            </a:avLst>
          </a:prstGeom>
          <a:solidFill>
            <a:srgbClr val="FBEAEC"/>
          </a:solidFill>
          <a:ln w="12700">
            <a:solidFill>
              <a:srgbClr val="FBEA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137160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B1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9326880" y="137160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 + 1 view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863840" y="2926080"/>
            <a:ext cx="3749040" cy="1280160"/>
          </a:xfrm>
          <a:prstGeom prst="roundRect">
            <a:avLst>
              <a:gd name="adj" fmla="val 5714"/>
            </a:avLst>
          </a:prstGeom>
          <a:solidFill>
            <a:srgbClr val="FBEAEC"/>
          </a:solidFill>
          <a:ln w="12700">
            <a:solidFill>
              <a:srgbClr val="FBEA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92440" y="292608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B1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13" name="Text 10"/>
          <p:cNvSpPr txBox="1"/>
          <p:nvPr/>
        </p:nvSpPr>
        <p:spPr>
          <a:xfrm>
            <a:off x="9326880" y="29260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863840" y="4480560"/>
            <a:ext cx="3749040" cy="1280160"/>
          </a:xfrm>
          <a:prstGeom prst="roundRect">
            <a:avLst>
              <a:gd name="adj" fmla="val 5714"/>
            </a:avLst>
          </a:prstGeom>
          <a:solidFill>
            <a:srgbClr val="FBEAEC"/>
          </a:solidFill>
          <a:ln w="12700">
            <a:solidFill>
              <a:srgbClr val="FBEA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92440" y="448056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B1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800" dirty="0"/>
          </a:p>
        </p:txBody>
      </p:sp>
      <p:sp>
        <p:nvSpPr>
          <p:cNvPr id="16" name="Text 13"/>
          <p:cNvSpPr txBox="1"/>
          <p:nvPr/>
        </p:nvSpPr>
        <p:spPr>
          <a:xfrm>
            <a:off x="9326880" y="44805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modules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Existing System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centralised system is needed</a:t>
            </a:r>
            <a:endParaRPr lang="en-US" sz="1500" dirty="0"/>
          </a:p>
        </p:txBody>
      </p:sp>
      <p:pic>
        <p:nvPicPr>
          <p:cNvPr id="4" name="Image 0" descr="/home/claude/logo_big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365760"/>
            <a:ext cx="1280160" cy="5257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RaktaSetu  |  Blood Management System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6F7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approach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14884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registers, spreadsheets and phone calls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and stock data kept in separate records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call blood banks one by one to check availability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tracking and reports need manual effort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coordination and higher risk of data-entry errors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63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BEAE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9224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214884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centralised, database-driven web application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blood-group-wise stock with near-expiry visibility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raise and track requests online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alerts for critical requests and low stock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with reports and demand forecasts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pic>
        <p:nvPicPr>
          <p:cNvPr id="3" name="Image 0" descr="/home/claude/logo_big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365760"/>
            <a:ext cx="1280160" cy="5257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RaktaSetu  |  Blood Management System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9B1B30"/>
          </a:solidFill>
          <a:ln w="12700">
            <a:solidFill>
              <a:srgbClr val="9B1B3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13716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 records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137160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donors, hospitals, inventory, requests and camps in one structured database.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423160"/>
            <a:ext cx="457200" cy="457200"/>
          </a:xfrm>
          <a:prstGeom prst="ellipse">
            <a:avLst/>
          </a:prstGeom>
          <a:solidFill>
            <a:srgbClr val="9B1B30"/>
          </a:solidFill>
          <a:ln w="12700">
            <a:solidFill>
              <a:srgbClr val="9B1B3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23317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waste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233172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expiry per batch and consume the oldest-expiring units first.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9B1B30"/>
          </a:solidFill>
          <a:ln w="12700">
            <a:solidFill>
              <a:srgbClr val="9B1B3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234440" y="32918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up response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0" y="32918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hospitals raise requests and see matched donors and live availability instantly.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9B1B30"/>
          </a:solidFill>
          <a:ln w="12700">
            <a:solidFill>
              <a:srgbClr val="9B1B3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234440" y="4251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role-based access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425196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and bcrypt-hashed passwords for donor, hospital and admin roles.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5303520"/>
            <a:ext cx="457200" cy="457200"/>
          </a:xfrm>
          <a:prstGeom prst="ellipse">
            <a:avLst/>
          </a:prstGeom>
          <a:solidFill>
            <a:srgbClr val="9B1B30"/>
          </a:solidFill>
          <a:ln w="12700">
            <a:solidFill>
              <a:srgbClr val="9B1B3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234440" y="5212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decisions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0" y="521208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reports, shortage risk and restock recommendations from real data.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design: React client, Express API, MySQL database</a:t>
            </a:r>
            <a:endParaRPr lang="en-US" sz="1500" dirty="0"/>
          </a:p>
        </p:txBody>
      </p:sp>
      <p:pic>
        <p:nvPicPr>
          <p:cNvPr id="4" name="Image 0" descr="/home/claude/logo_big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365760"/>
            <a:ext cx="1280160" cy="5257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RaktaSetu  |  Blood Management System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F6F7F9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2296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423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19 + Vite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01752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Router, Recharts, Lucide icons. Landing, login, and donor / hospital / admin dashboards, plus the Setu assistant.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840480" y="310896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4434840" y="182880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9B1B30"/>
          </a:solidFill>
          <a:ln w="12700">
            <a:solidFill>
              <a:srgbClr val="9B1B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70916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3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2423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+ Express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4709160" y="301752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route modules under /api. JWT auth middleware with role checks, bcrypt hashing, CORS, transactions.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310896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7" name="Shape 14"/>
          <p:cNvSpPr/>
          <p:nvPr/>
        </p:nvSpPr>
        <p:spPr>
          <a:xfrm>
            <a:off x="8321040" y="182880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F6F7F9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859536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595360" y="2423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(InnoDB)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8595360" y="301752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normalised tables with foreign keys, CHECK constraints, indexes and the v_inventory view.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JSON (Bearer token)  ↔  SQL via mysql2 connection pool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</a:t>
            </a:r>
            <a:endParaRPr lang="en-US" sz="3200" dirty="0"/>
          </a:p>
        </p:txBody>
      </p:sp>
      <p:pic>
        <p:nvPicPr>
          <p:cNvPr id="3" name="Image 0" descr="/home/claude/logo_big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365760"/>
            <a:ext cx="1280160" cy="5257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RaktaSetu  |  Blood Management System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6F7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96596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login for donors, hospitals (via Hospital ID) and admins.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137160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6F7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2628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526280" y="196596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donation history, 90-day eligibility, nearby requests, match alerts.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46720" y="137160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6F7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7532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196596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requests, search inventory, track status, view matched donors.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384048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6F7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43484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Blood-group stock, batch expiry, restock and near-expiry tracking.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297680" y="384048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6F7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2628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&amp; Cross-match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4526280" y="443484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lifecycle plus ABO / Rh compatibility and antibody records.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046720" y="384048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6F7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7532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Alerts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8275320" y="443484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reports, forecast, donation camps and alert resolution.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tables, one view, enforced by foreign keys and constraints</a:t>
            </a:r>
            <a:endParaRPr lang="en-US" sz="1500" dirty="0"/>
          </a:p>
        </p:txBody>
      </p:sp>
      <p:pic>
        <p:nvPicPr>
          <p:cNvPr id="4" name="Image 0" descr="/home/claude/logo_big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365760"/>
            <a:ext cx="1280160" cy="5257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RaktaSetu  |  Blood Management System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6F7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9933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email, role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97680" y="146304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6F7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26280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19933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blood_group, last_donation, geo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046720" y="146304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6F7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75320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19933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location, geo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2697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6F7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blood_batches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3227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units, expiry_date, status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297680" y="2697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6F7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2628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blood_requests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526280" y="3227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urgency, status, units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046720" y="2697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6F7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7532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donations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8275320" y="3227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donor, batch, request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393192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6F7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7240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camps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777240" y="4462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status, units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297680" y="393192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6F7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526280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crossmatch_records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4526280" y="4462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ABO, Rh, antibody, result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8046720" y="393192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6F7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75320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8275320" y="4462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severity, resolved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5349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Relations: users → donors / hospitals  |  hospitals → requests  |  donors → donations → batches  |  v_inventory aggregates stock per blood group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&amp; Logic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in the backend routes</a:t>
            </a:r>
            <a:endParaRPr lang="en-US" sz="1500" dirty="0"/>
          </a:p>
        </p:txBody>
      </p:sp>
      <p:pic>
        <p:nvPicPr>
          <p:cNvPr id="4" name="Image 0" descr="/home/claude/logo_big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365760"/>
            <a:ext cx="1280160" cy="5257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RaktaSetu  |  Blood Management System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6F7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6459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Expiry-aware dispatch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05740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Fulfilling a request consumes the earliest-expiring batches first (FIFO), inside a transaction.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72200" y="146304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6F7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16459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to stock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205740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a donation creates a 42-day batch and updates the donor record atomically.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301752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6F7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32004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matching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6118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donor groups are listed per request with 90-day eligibility; haversine distance is shown to donors and hospitals.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172200" y="301752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6F7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0" y="32004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shortage risk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0" y="36118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requests auto-raise an admin alert; admins can raise and resolve alerts; forecast flags low stock.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48640" y="457200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6F7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47548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516636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average demand gives weekly forecast, days of supply and shortage risk.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6172200" y="457200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6F7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0" y="47548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 assistant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0" y="516636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chatbot answers role-specific questions from live data and navigates pages.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 Overview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URL: http://localhost:5000/api</a:t>
            </a:r>
            <a:endParaRPr lang="en-US" sz="1500" dirty="0"/>
          </a:p>
        </p:txBody>
      </p:sp>
      <p:pic>
        <p:nvPicPr>
          <p:cNvPr id="4" name="Image 0" descr="/home/claude/logo_big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365760"/>
            <a:ext cx="1280160" cy="5257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RaktaSetu  |  Blood Management System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/auth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Register, login, current user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/donors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Profile, history, nearby requests, match alerts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/requests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Create, list, detail, matches, status update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/inventory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stock summary, batches, restock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/donations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donation, create stock batch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/camps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List, create, update camps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/crossmatch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Compatibility records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/alerts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alerts, raise, resolve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/admin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Stats, reports, forecast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/meta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 group list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Requirements</a:t>
            </a:r>
            <a:endParaRPr lang="en-US" sz="3200" dirty="0"/>
          </a:p>
        </p:txBody>
      </p:sp>
      <p:pic>
        <p:nvPicPr>
          <p:cNvPr id="3" name="Image 0" descr="/home/claude/logo_big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365760"/>
            <a:ext cx="1280160" cy="5257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RaktaSetu  |  Blood Management System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6F7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13716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1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3383280" y="13716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Vite, React Router, Recharts, Lucide icons, CSS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1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383280" y="25603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 4, JWT, bcryptjs, CORS, dotenv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37490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6F7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37490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1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3383280" y="37490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with mysql2 driver and connection pooling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" y="49377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8680" y="49377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1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3383280" y="4937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Code, MySQL Workbench, nodemon, Git &amp; GitHub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pic>
        <p:nvPicPr>
          <p:cNvPr id="3" name="Image 0" descr="/home/claude/logo_big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365760"/>
            <a:ext cx="1280160" cy="5257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RaktaSetu  |  Blood Management System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BEAE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96596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RaktaSetu centralises donors, stock, requests and camps in one system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Expiry-aware dispatch reduces wastage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and forecasts support faster, informed decisions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keeps data secure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63640" y="137160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6F7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196596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and email notifications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location-based blood bank search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donation appointment scheduling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Machine-learning demand prediction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authorised healthcare networks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9B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774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566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3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Management System  |  RaktaSetu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2026-10-01T13:09:02Z</dcterms:created>
  <dcterms:modified xsi:type="dcterms:W3CDTF">2026-10-01T13:09:02Z</dcterms:modified>
</cp:coreProperties>
</file>